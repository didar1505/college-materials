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6" r:id="rId4"/>
    <p:sldId id="267" r:id="rId5"/>
    <p:sldId id="269" r:id="rId6"/>
    <p:sldId id="272" r:id="rId7"/>
    <p:sldId id="270" r:id="rId8"/>
    <p:sldId id="259" r:id="rId9"/>
    <p:sldId id="273" r:id="rId10"/>
    <p:sldId id="274" r:id="rId11"/>
    <p:sldId id="279" r:id="rId12"/>
    <p:sldId id="275" r:id="rId13"/>
    <p:sldId id="276" r:id="rId14"/>
    <p:sldId id="260" r:id="rId15"/>
    <p:sldId id="262" r:id="rId16"/>
    <p:sldId id="261" r:id="rId17"/>
    <p:sldId id="263" r:id="rId18"/>
    <p:sldId id="265" r:id="rId19"/>
    <p:sldId id="277" r:id="rId20"/>
    <p:sldId id="278" r:id="rId21"/>
    <p:sldId id="257" r:id="rId22"/>
    <p:sldId id="258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4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2C580-FD0F-6BD0-149A-D4752E041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85F197-25A3-E753-EC88-15ADED306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32693D-6E12-AF6A-3FA5-7C47183B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AA7980-18D4-CC7F-BCB9-ABCAD4CA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6D0268-2F49-D4AA-A3E4-08033942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57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A7CAB-EEFF-49DB-1DD4-B2A0AFAD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6B8942-7E68-226B-B218-E0CA20BF2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A9BB50-CE97-F730-7E36-26440683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6D04D0-9A1E-50B8-A0E5-412938640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958A62-7C91-D74E-C4EF-CE6823E3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7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DB261-FFBD-D991-7B4B-899CA4C3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72CA6A-87C9-CAE0-9F77-0C034434A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B93ACE-4005-1EDF-D6FF-2D878481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0D9824-EEBB-6AF6-3C6F-4661A469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F00A1A-ECB4-5DFB-84E9-B9447092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82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E19AB-D368-860F-8AF9-B2BDA18F3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6FCC8-B5B8-4654-63EF-AF5DDC31C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C2DA8B-ACB7-98D2-6AA9-0D7F9FD5C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9E856F-3987-DDE5-D238-1A07DD571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81D914-98DF-70BB-8ED9-A95027E1E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A3F358-4DCB-B5E4-2922-A0D997B3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8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79D8A-CBF9-F337-93F5-4C044510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12C362-22DE-1413-96F9-92ECD3513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6265DD-D9D5-02D6-56AC-FBF6EE081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20EDF68-68AD-A89B-8A24-7137F1296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75C0A58-9621-52B0-5A39-9E84FA615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EE9FD5F-625E-EFA0-C859-4DFF419E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BD7D94-439D-4B13-735B-E943E2110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9D6D2DA-7664-3DB0-CCCE-5FDC81F3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76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D1E94-3526-1FA7-8CD3-AE3D4B66C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48A683-5048-CEE3-7FBF-13AAA2C0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C6156A-ABCC-E3E9-6612-FD1184EC7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34AE9D3-BFC2-F02C-FE26-C1FFA5D4E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72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7EBA0EB-7E93-68DD-661F-D301BC9AA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910CFF-3C2E-B1E3-519A-8E2EC10E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7B9FFD-D4F3-1DD0-B1E1-8B4D0E7B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672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0AA91-55FB-E051-2148-DA777589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DCBBD7-8DD3-C5DF-FE09-8E706ED68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ED44F4-66EF-49DB-D211-7DBE636B6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D0458C-3376-2C2C-326C-5EBD216A9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D92F04-A415-CBCE-2EC9-3E5A5A4E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B958A0-C390-07E9-9613-E7338C88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08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5963E0-1EF4-1121-9C9F-298FF569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6E1590B-4544-0A61-22CD-4CD07E307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6639CB-2EC8-4659-B908-C1C2D7980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28BB3C-C234-684D-1D0C-DA17BECB2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34D87A-283B-908B-3058-BB032617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961E24-739D-E584-CE68-B48EB9A9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831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B29F0-F006-28E1-26A1-02A044A8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51BF01-DB7B-5B53-7ACB-E4778BB49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B7096F-CF42-BB74-172F-62BBF095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AAD4EE-025B-250F-2447-8A72220B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8A37F2-47CA-1607-D218-39BB1D3F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873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F14D50D-BDFE-67AC-DB0F-65C0C6CBE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0BE25F-05E8-4A67-F221-EBD7A7608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777442-6993-D54C-7A59-DCCFDC91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DA96C9-EC65-A16E-B8D1-6868F541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4C9625-843C-EC5E-AC45-A62F68ED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74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F22CC-91D8-876A-80D6-5C4A3E11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F34D6B-8DBD-C24E-F8D1-31C5514AE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639A06-9F44-2D8A-6EAE-0295791A4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3CF0F-C9CC-45C9-AFA3-8ACE0678A03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74E689-4706-8E85-1165-7BEBECD73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A5CC4B-324C-5913-AB20-0D9B6EFC9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08468-B146-43D1-B904-8B07B357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533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7985-D90E-42E9-D663-FD0DEC2BA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997" y="1122363"/>
            <a:ext cx="9838006" cy="2387600"/>
          </a:xfrm>
        </p:spPr>
        <p:txBody>
          <a:bodyPr/>
          <a:lstStyle/>
          <a:p>
            <a:r>
              <a:rPr lang="ru-RU" dirty="0"/>
              <a:t>Сетевое программирование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369151-D441-D471-9998-49F09273C6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Network Programming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57407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652C9-C12F-3786-87E0-D62F598032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Что такое сеть 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9431B1-4EAA-8D39-F6DB-B8B64BEED6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87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etworking Opportunities: Connections and Meeting Key People in your  Industry">
            <a:extLst>
              <a:ext uri="{FF2B5EF4-FFF2-40B4-BE49-F238E27FC236}">
                <a16:creationId xmlns:a16="http://schemas.microsoft.com/office/drawing/2014/main" id="{6328BF9A-37CD-D8E8-2636-1571EF0A1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0"/>
            <a:ext cx="9667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55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537BD7-2A2F-0708-E2AC-B393DB6FF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ИНТЕРНЕТ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65F5BB-B71F-E9A5-D849-DB30BFF723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21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32E18-14E1-E837-1273-965FB7706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7900"/>
            <a:ext cx="9144000" cy="2387600"/>
          </a:xfrm>
        </p:spPr>
        <p:txBody>
          <a:bodyPr>
            <a:normAutofit/>
          </a:bodyPr>
          <a:lstStyle/>
          <a:p>
            <a:r>
              <a:rPr lang="ru-RU" sz="4800" b="1" dirty="0"/>
              <a:t>Протоколы</a:t>
            </a:r>
            <a:r>
              <a:rPr lang="en-US" sz="4800" b="1" dirty="0"/>
              <a:t>:</a:t>
            </a:r>
            <a:endParaRPr lang="ru-RU" sz="4800" b="1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753DA6-12DF-C342-1E19-E8834EE8C39C}"/>
              </a:ext>
            </a:extLst>
          </p:cNvPr>
          <p:cNvSpPr txBox="1">
            <a:spLocks/>
          </p:cNvSpPr>
          <p:nvPr/>
        </p:nvSpPr>
        <p:spPr>
          <a:xfrm>
            <a:off x="1524000" y="257133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HTTP, WEBSOCKET, SMTP, FTP, ICMP, IP, TCP/UDP ….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139519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Руководство по стеку протоколов TCP/IP для начинающих">
            <a:extLst>
              <a:ext uri="{FF2B5EF4-FFF2-40B4-BE49-F238E27FC236}">
                <a16:creationId xmlns:a16="http://schemas.microsoft.com/office/drawing/2014/main" id="{78782871-17C8-DCE1-D570-4E6BE79A9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1563"/>
            <a:ext cx="1219200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804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TCP/IP и OSI: в чем разница?">
            <a:extLst>
              <a:ext uri="{FF2B5EF4-FFF2-40B4-BE49-F238E27FC236}">
                <a16:creationId xmlns:a16="http://schemas.microsoft.com/office/drawing/2014/main" id="{41E776EE-4FF2-AAB1-CEB8-B8FEB186E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0"/>
            <a:ext cx="6743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82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A31EE7-7DA0-5A9C-965A-6E5B770CF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004887"/>
            <a:ext cx="723900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61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DDD7C-409E-2E26-270C-3FCE8E894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IP address &amp; port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E633AF-15B7-2E6B-090D-2A3AE0BD66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742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B33B3-5CF8-AA99-FC0C-479A98F6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D57D8-A796-39ED-CEAB-0BF8753F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200" dirty="0"/>
              <a:t>IP-адрес — это уникальный числовой идентификатор, присваиваемый каждому устройству, подключенному к компьютерной сети (например, к интернету), чтобы оно могло получать и отправлять данные</a:t>
            </a:r>
          </a:p>
        </p:txBody>
      </p:sp>
    </p:spTree>
    <p:extLst>
      <p:ext uri="{BB962C8B-B14F-4D97-AF65-F5344CB8AC3E}">
        <p14:creationId xmlns:p14="http://schemas.microsoft.com/office/powerpoint/2010/main" val="233346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lat cute building 21388355 Vector Art at Vecteezy">
            <a:extLst>
              <a:ext uri="{FF2B5EF4-FFF2-40B4-BE49-F238E27FC236}">
                <a16:creationId xmlns:a16="http://schemas.microsoft.com/office/drawing/2014/main" id="{7FC372DE-127B-9214-D5C2-706070614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675" y="0"/>
            <a:ext cx="6038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93B273-D379-A022-4EAA-F7094B13C706}"/>
              </a:ext>
            </a:extLst>
          </p:cNvPr>
          <p:cNvSpPr txBox="1"/>
          <p:nvPr/>
        </p:nvSpPr>
        <p:spPr>
          <a:xfrm>
            <a:off x="673100" y="129093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ru-RU" sz="2800" b="0" i="0" dirty="0">
                <a:solidFill>
                  <a:srgbClr val="000000"/>
                </a:solidFill>
                <a:effectLst/>
                <a:latin typeface="SBSansText"/>
              </a:rPr>
              <a:t>Улица Ленина, 224</a:t>
            </a:r>
            <a:endParaRPr lang="ru-RU" sz="2800" dirty="0"/>
          </a:p>
        </p:txBody>
      </p:sp>
      <p:sp>
        <p:nvSpPr>
          <p:cNvPr id="3" name="AutoShape 6" descr="Happy Boy Waving Hnd, Happy Boy, Waving Hand, Wave PNG Transparent Image  and Clipart for Free Download">
            <a:extLst>
              <a:ext uri="{FF2B5EF4-FFF2-40B4-BE49-F238E27FC236}">
                <a16:creationId xmlns:a16="http://schemas.microsoft.com/office/drawing/2014/main" id="{D8E065D6-27F6-EF0A-B0FF-DC40B97C57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498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B33B3-5CF8-AA99-FC0C-479A98F6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D57D8-A796-39ED-CEAB-0BF8753F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200" dirty="0"/>
              <a:t>Сетевой порт — это числовой идентификатор, который используется в сочетании с IP-адресом для направления сетевого трафика к конкретному приложению или службе на устройстве. Он действует как виртуальная «дверь» для данных, позволяя множеству программ одновременно обмениваться инф	</a:t>
            </a:r>
            <a:r>
              <a:rPr lang="ru-RU" sz="3200" dirty="0" err="1"/>
              <a:t>ормацией</a:t>
            </a:r>
            <a:r>
              <a:rPr lang="ru-RU" sz="3200" dirty="0"/>
              <a:t> без путаницы.</a:t>
            </a:r>
          </a:p>
        </p:txBody>
      </p:sp>
    </p:spTree>
    <p:extLst>
      <p:ext uri="{BB962C8B-B14F-4D97-AF65-F5344CB8AC3E}">
        <p14:creationId xmlns:p14="http://schemas.microsoft.com/office/powerpoint/2010/main" val="1366807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Популярные приложения TCP/IP">
            <a:extLst>
              <a:ext uri="{FF2B5EF4-FFF2-40B4-BE49-F238E27FC236}">
                <a16:creationId xmlns:a16="http://schemas.microsoft.com/office/drawing/2014/main" id="{58F1C10D-A2E0-B63F-E1D5-36CBFF4D4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597" y="546100"/>
            <a:ext cx="8430808" cy="576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312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ABB36E-8CDE-D83E-3158-F560CB1F4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004887"/>
            <a:ext cx="7239000" cy="4848225"/>
          </a:xfrm>
          <a:prstGeom prst="rect">
            <a:avLst/>
          </a:prstGeom>
        </p:spPr>
      </p:pic>
      <p:pic>
        <p:nvPicPr>
          <p:cNvPr id="1028" name="Picture 4" descr="Message Icon Png #337408 - Free Icons Library">
            <a:extLst>
              <a:ext uri="{FF2B5EF4-FFF2-40B4-BE49-F238E27FC236}">
                <a16:creationId xmlns:a16="http://schemas.microsoft.com/office/drawing/2014/main" id="{044CFD41-751B-2BA5-DE4F-2E69C3BA2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459" y="1820593"/>
            <a:ext cx="984738" cy="98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нак умножения 3">
            <a:extLst>
              <a:ext uri="{FF2B5EF4-FFF2-40B4-BE49-F238E27FC236}">
                <a16:creationId xmlns:a16="http://schemas.microsoft.com/office/drawing/2014/main" id="{FF1A0B45-9B51-52F1-D7D6-3C1BB1438AE0}"/>
              </a:ext>
            </a:extLst>
          </p:cNvPr>
          <p:cNvSpPr/>
          <p:nvPr/>
        </p:nvSpPr>
        <p:spPr>
          <a:xfrm>
            <a:off x="2289812" y="2919047"/>
            <a:ext cx="1315328" cy="1315328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577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DB64D8-030C-C7A5-6812-7234D4BB7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004887"/>
            <a:ext cx="7239000" cy="4848225"/>
          </a:xfrm>
          <a:prstGeom prst="rect">
            <a:avLst/>
          </a:prstGeom>
        </p:spPr>
      </p:pic>
      <p:pic>
        <p:nvPicPr>
          <p:cNvPr id="4" name="Picture 4" descr="Message Icon Png #337408 - Free Icons Library">
            <a:extLst>
              <a:ext uri="{FF2B5EF4-FFF2-40B4-BE49-F238E27FC236}">
                <a16:creationId xmlns:a16="http://schemas.microsoft.com/office/drawing/2014/main" id="{AB00FA84-FB47-BA27-4EB6-599B47954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203" y="1736186"/>
            <a:ext cx="984738" cy="98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787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DB64D8-030C-C7A5-6812-7234D4BB7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004887"/>
            <a:ext cx="7239000" cy="4848225"/>
          </a:xfrm>
          <a:prstGeom prst="rect">
            <a:avLst/>
          </a:prstGeom>
        </p:spPr>
      </p:pic>
      <p:pic>
        <p:nvPicPr>
          <p:cNvPr id="4" name="Picture 4" descr="Message Icon Png #337408 - Free Icons Library">
            <a:extLst>
              <a:ext uri="{FF2B5EF4-FFF2-40B4-BE49-F238E27FC236}">
                <a16:creationId xmlns:a16="http://schemas.microsoft.com/office/drawing/2014/main" id="{AB00FA84-FB47-BA27-4EB6-599B47954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634" y="2734993"/>
            <a:ext cx="984738" cy="98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4045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DB64D8-030C-C7A5-6812-7234D4BB7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004887"/>
            <a:ext cx="7239000" cy="4848225"/>
          </a:xfrm>
          <a:prstGeom prst="rect">
            <a:avLst/>
          </a:prstGeom>
        </p:spPr>
      </p:pic>
      <p:pic>
        <p:nvPicPr>
          <p:cNvPr id="4" name="Picture 4" descr="Message Icon Png #337408 - Free Icons Library">
            <a:extLst>
              <a:ext uri="{FF2B5EF4-FFF2-40B4-BE49-F238E27FC236}">
                <a16:creationId xmlns:a16="http://schemas.microsoft.com/office/drawing/2014/main" id="{AB00FA84-FB47-BA27-4EB6-599B47954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948" y="4507522"/>
            <a:ext cx="984738" cy="98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233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DB64D8-030C-C7A5-6812-7234D4BB7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004887"/>
            <a:ext cx="7239000" cy="4848225"/>
          </a:xfrm>
          <a:prstGeom prst="rect">
            <a:avLst/>
          </a:prstGeom>
        </p:spPr>
      </p:pic>
      <p:pic>
        <p:nvPicPr>
          <p:cNvPr id="4" name="Picture 4" descr="Message Icon Png #337408 - Free Icons Library">
            <a:extLst>
              <a:ext uri="{FF2B5EF4-FFF2-40B4-BE49-F238E27FC236}">
                <a16:creationId xmlns:a16="http://schemas.microsoft.com/office/drawing/2014/main" id="{AB00FA84-FB47-BA27-4EB6-599B47954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7047" y="2087879"/>
            <a:ext cx="984738" cy="98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Message Icon Png #337408 - Free Icons Library">
            <a:extLst>
              <a:ext uri="{FF2B5EF4-FFF2-40B4-BE49-F238E27FC236}">
                <a16:creationId xmlns:a16="http://schemas.microsoft.com/office/drawing/2014/main" id="{08D51AFA-DA47-E80F-9D59-E0D8EED57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702" y="4868374"/>
            <a:ext cx="984738" cy="98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Message Icon Png #337408 - Free Icons Library">
            <a:extLst>
              <a:ext uri="{FF2B5EF4-FFF2-40B4-BE49-F238E27FC236}">
                <a16:creationId xmlns:a16="http://schemas.microsoft.com/office/drawing/2014/main" id="{104042FE-C3ED-D17A-ECEA-0EFCA581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225" y="4868374"/>
            <a:ext cx="984738" cy="98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069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175F2-A365-2A64-115D-C81CB1662D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socket?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DC46DD-0614-7285-49F0-507356A62B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794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ocket in Computer Network - GeeksforGeeks">
            <a:extLst>
              <a:ext uri="{FF2B5EF4-FFF2-40B4-BE49-F238E27FC236}">
                <a16:creationId xmlns:a16="http://schemas.microsoft.com/office/drawing/2014/main" id="{EDBD1E65-56BA-D3AA-9AF4-42E5BB137D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Lightbox">
            <a:extLst>
              <a:ext uri="{FF2B5EF4-FFF2-40B4-BE49-F238E27FC236}">
                <a16:creationId xmlns:a16="http://schemas.microsoft.com/office/drawing/2014/main" id="{B1507AEF-A900-3181-82BA-7CF7020CAB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B98C4F-DEA1-E4DF-58ED-672EB6C29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6" y="2286000"/>
            <a:ext cx="12121344" cy="444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DF6F20-00A0-8808-9B63-564C9D3B1E05}"/>
              </a:ext>
            </a:extLst>
          </p:cNvPr>
          <p:cNvSpPr txBox="1"/>
          <p:nvPr/>
        </p:nvSpPr>
        <p:spPr>
          <a:xfrm>
            <a:off x="38100" y="836593"/>
            <a:ext cx="12115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Сокет — это программный интерфейс, используемый для отправки и получения данных по сети.</a:t>
            </a:r>
          </a:p>
        </p:txBody>
      </p:sp>
    </p:spTree>
    <p:extLst>
      <p:ext uri="{BB962C8B-B14F-4D97-AF65-F5344CB8AC3E}">
        <p14:creationId xmlns:p14="http://schemas.microsoft.com/office/powerpoint/2010/main" val="2593875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7D0E9BC-9BFA-9C71-D179-C2D2A4C2910E}"/>
              </a:ext>
            </a:extLst>
          </p:cNvPr>
          <p:cNvGrpSpPr/>
          <p:nvPr/>
        </p:nvGrpSpPr>
        <p:grpSpPr>
          <a:xfrm>
            <a:off x="3491783" y="1411860"/>
            <a:ext cx="5207538" cy="4422971"/>
            <a:chOff x="3491783" y="1411860"/>
            <a:chExt cx="5207538" cy="4422971"/>
          </a:xfrm>
        </p:grpSpPr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B95C3437-B333-75CD-92A8-A3AFF14D5DC9}"/>
                </a:ext>
              </a:extLst>
            </p:cNvPr>
            <p:cNvSpPr/>
            <p:nvPr/>
          </p:nvSpPr>
          <p:spPr>
            <a:xfrm>
              <a:off x="3492675" y="1411860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socket()</a:t>
              </a:r>
            </a:p>
          </p:txBody>
        </p:sp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07F8BDB7-7A05-AC85-DCEC-DAEFDD46AC3C}"/>
                </a:ext>
              </a:extLst>
            </p:cNvPr>
            <p:cNvSpPr/>
            <p:nvPr/>
          </p:nvSpPr>
          <p:spPr>
            <a:xfrm>
              <a:off x="3492675" y="2075889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bind()</a:t>
              </a:r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40961DA4-CA71-2A27-A0B2-C1197AA8B488}"/>
                </a:ext>
              </a:extLst>
            </p:cNvPr>
            <p:cNvSpPr/>
            <p:nvPr/>
          </p:nvSpPr>
          <p:spPr>
            <a:xfrm>
              <a:off x="3492675" y="2739918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listen()</a:t>
              </a: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01FC5E7B-8833-0A49-78A3-0DBF725EF930}"/>
                </a:ext>
              </a:extLst>
            </p:cNvPr>
            <p:cNvSpPr/>
            <p:nvPr/>
          </p:nvSpPr>
          <p:spPr>
            <a:xfrm>
              <a:off x="3492674" y="3403947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accept()</a:t>
              </a: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96190FB1-CD9D-F4AC-F9A5-753E3890E57A}"/>
                </a:ext>
              </a:extLst>
            </p:cNvPr>
            <p:cNvSpPr/>
            <p:nvPr/>
          </p:nvSpPr>
          <p:spPr>
            <a:xfrm>
              <a:off x="3491783" y="4512799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recv</a:t>
              </a:r>
              <a:r>
                <a:rPr lang="en-US" dirty="0"/>
                <a:t>()</a:t>
              </a: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984431F5-BAB1-5DB0-D7BD-54937EE38E09}"/>
                </a:ext>
              </a:extLst>
            </p:cNvPr>
            <p:cNvSpPr/>
            <p:nvPr/>
          </p:nvSpPr>
          <p:spPr>
            <a:xfrm>
              <a:off x="3491783" y="5176828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send()</a:t>
              </a: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16B924B-F855-557A-9DEA-93468BD42A58}"/>
                </a:ext>
              </a:extLst>
            </p:cNvPr>
            <p:cNvSpPr/>
            <p:nvPr/>
          </p:nvSpPr>
          <p:spPr>
            <a:xfrm>
              <a:off x="7434192" y="2742727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socket()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F1D373CA-2312-7F33-AD16-BB271A4FBAC6}"/>
                </a:ext>
              </a:extLst>
            </p:cNvPr>
            <p:cNvSpPr/>
            <p:nvPr/>
          </p:nvSpPr>
          <p:spPr>
            <a:xfrm>
              <a:off x="7434191" y="3842744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connect()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4753589B-6E25-D868-9624-89B810B48FC1}"/>
                </a:ext>
              </a:extLst>
            </p:cNvPr>
            <p:cNvSpPr/>
            <p:nvPr/>
          </p:nvSpPr>
          <p:spPr>
            <a:xfrm>
              <a:off x="7434191" y="4506773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send()</a:t>
              </a: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DAD29B16-0DD6-4782-F46C-EEE9006AEBD2}"/>
                </a:ext>
              </a:extLst>
            </p:cNvPr>
            <p:cNvSpPr/>
            <p:nvPr/>
          </p:nvSpPr>
          <p:spPr>
            <a:xfrm>
              <a:off x="7434192" y="5170802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recv</a:t>
              </a:r>
              <a:r>
                <a:rPr lang="en-US" dirty="0"/>
                <a:t>()</a:t>
              </a:r>
            </a:p>
          </p:txBody>
        </p:sp>
        <p:cxnSp>
          <p:nvCxnSpPr>
            <p:cNvPr id="12" name="Straight Arrow Connector 13">
              <a:extLst>
                <a:ext uri="{FF2B5EF4-FFF2-40B4-BE49-F238E27FC236}">
                  <a16:creationId xmlns:a16="http://schemas.microsoft.com/office/drawing/2014/main" id="{94982003-C41C-194A-0247-A3E49706619E}"/>
                </a:ext>
              </a:extLst>
            </p:cNvPr>
            <p:cNvCxnSpPr>
              <a:stCxn id="2" idx="2"/>
              <a:endCxn id="3" idx="0"/>
            </p:cNvCxnSpPr>
            <p:nvPr/>
          </p:nvCxnSpPr>
          <p:spPr>
            <a:xfrm>
              <a:off x="4125240" y="1850271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4">
              <a:extLst>
                <a:ext uri="{FF2B5EF4-FFF2-40B4-BE49-F238E27FC236}">
                  <a16:creationId xmlns:a16="http://schemas.microsoft.com/office/drawing/2014/main" id="{CF614A1A-D012-6F58-DE74-64C6AE0EF307}"/>
                </a:ext>
              </a:extLst>
            </p:cNvPr>
            <p:cNvCxnSpPr/>
            <p:nvPr/>
          </p:nvCxnSpPr>
          <p:spPr>
            <a:xfrm>
              <a:off x="4124794" y="2514300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5">
              <a:extLst>
                <a:ext uri="{FF2B5EF4-FFF2-40B4-BE49-F238E27FC236}">
                  <a16:creationId xmlns:a16="http://schemas.microsoft.com/office/drawing/2014/main" id="{82EE8729-3F85-13AF-6C15-7FD8ABA51B59}"/>
                </a:ext>
              </a:extLst>
            </p:cNvPr>
            <p:cNvCxnSpPr/>
            <p:nvPr/>
          </p:nvCxnSpPr>
          <p:spPr>
            <a:xfrm>
              <a:off x="4124348" y="3178329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6">
              <a:extLst>
                <a:ext uri="{FF2B5EF4-FFF2-40B4-BE49-F238E27FC236}">
                  <a16:creationId xmlns:a16="http://schemas.microsoft.com/office/drawing/2014/main" id="{C5E5D737-C9D5-2EE0-8BE4-DD19D1BBB15A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4124348" y="3842358"/>
              <a:ext cx="891" cy="6704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7">
              <a:extLst>
                <a:ext uri="{FF2B5EF4-FFF2-40B4-BE49-F238E27FC236}">
                  <a16:creationId xmlns:a16="http://schemas.microsoft.com/office/drawing/2014/main" id="{ECA1C6AA-ACD6-308A-E8F4-06E347B197E7}"/>
                </a:ext>
              </a:extLst>
            </p:cNvPr>
            <p:cNvCxnSpPr/>
            <p:nvPr/>
          </p:nvCxnSpPr>
          <p:spPr>
            <a:xfrm>
              <a:off x="4123458" y="4951210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8">
              <a:extLst>
                <a:ext uri="{FF2B5EF4-FFF2-40B4-BE49-F238E27FC236}">
                  <a16:creationId xmlns:a16="http://schemas.microsoft.com/office/drawing/2014/main" id="{57FAAA1C-E65D-6D80-E67E-99F756F86F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5864" y="3190678"/>
              <a:ext cx="891" cy="6704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20">
              <a:extLst>
                <a:ext uri="{FF2B5EF4-FFF2-40B4-BE49-F238E27FC236}">
                  <a16:creationId xmlns:a16="http://schemas.microsoft.com/office/drawing/2014/main" id="{71096690-00D0-F7B8-0162-3BDC8C96A248}"/>
                </a:ext>
              </a:extLst>
            </p:cNvPr>
            <p:cNvCxnSpPr/>
            <p:nvPr/>
          </p:nvCxnSpPr>
          <p:spPr>
            <a:xfrm>
              <a:off x="8052751" y="4281155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21">
              <a:extLst>
                <a:ext uri="{FF2B5EF4-FFF2-40B4-BE49-F238E27FC236}">
                  <a16:creationId xmlns:a16="http://schemas.microsoft.com/office/drawing/2014/main" id="{39DBB10A-22A7-E3B6-53BA-E7CAF719BEA3}"/>
                </a:ext>
              </a:extLst>
            </p:cNvPr>
            <p:cNvCxnSpPr/>
            <p:nvPr/>
          </p:nvCxnSpPr>
          <p:spPr>
            <a:xfrm>
              <a:off x="8065864" y="4963093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22">
              <a:extLst>
                <a:ext uri="{FF2B5EF4-FFF2-40B4-BE49-F238E27FC236}">
                  <a16:creationId xmlns:a16="http://schemas.microsoft.com/office/drawing/2014/main" id="{6EA07356-9E0B-BA9F-72E3-2D4B2E313D6F}"/>
                </a:ext>
              </a:extLst>
            </p:cNvPr>
            <p:cNvCxnSpPr>
              <a:cxnSpLocks/>
              <a:stCxn id="10" idx="1"/>
              <a:endCxn id="6" idx="3"/>
            </p:cNvCxnSpPr>
            <p:nvPr/>
          </p:nvCxnSpPr>
          <p:spPr>
            <a:xfrm flipH="1">
              <a:off x="4756912" y="4725979"/>
              <a:ext cx="2677279" cy="60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3">
              <a:extLst>
                <a:ext uri="{FF2B5EF4-FFF2-40B4-BE49-F238E27FC236}">
                  <a16:creationId xmlns:a16="http://schemas.microsoft.com/office/drawing/2014/main" id="{58A7D56D-D644-24CC-1EDA-02852C7F2D84}"/>
                </a:ext>
              </a:extLst>
            </p:cNvPr>
            <p:cNvCxnSpPr>
              <a:cxnSpLocks/>
              <a:stCxn id="7" idx="3"/>
              <a:endCxn id="11" idx="1"/>
            </p:cNvCxnSpPr>
            <p:nvPr/>
          </p:nvCxnSpPr>
          <p:spPr>
            <a:xfrm flipV="1">
              <a:off x="4756912" y="5390008"/>
              <a:ext cx="2677280" cy="60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5">
              <a:extLst>
                <a:ext uri="{FF2B5EF4-FFF2-40B4-BE49-F238E27FC236}">
                  <a16:creationId xmlns:a16="http://schemas.microsoft.com/office/drawing/2014/main" id="{17766820-071D-CAE4-ECEF-E339D7306095}"/>
                </a:ext>
              </a:extLst>
            </p:cNvPr>
            <p:cNvCxnSpPr/>
            <p:nvPr/>
          </p:nvCxnSpPr>
          <p:spPr>
            <a:xfrm>
              <a:off x="4122120" y="5609213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6">
              <a:extLst>
                <a:ext uri="{FF2B5EF4-FFF2-40B4-BE49-F238E27FC236}">
                  <a16:creationId xmlns:a16="http://schemas.microsoft.com/office/drawing/2014/main" id="{0660702C-7B6C-A105-E25F-60B4EB1D9505}"/>
                </a:ext>
              </a:extLst>
            </p:cNvPr>
            <p:cNvCxnSpPr/>
            <p:nvPr/>
          </p:nvCxnSpPr>
          <p:spPr>
            <a:xfrm>
              <a:off x="8065864" y="5609213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7">
              <a:extLst>
                <a:ext uri="{FF2B5EF4-FFF2-40B4-BE49-F238E27FC236}">
                  <a16:creationId xmlns:a16="http://schemas.microsoft.com/office/drawing/2014/main" id="{DCA9EF7F-0848-74ED-60E9-731A1FEAA4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22120" y="4061949"/>
              <a:ext cx="33055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7438B0E-2181-1EB4-A421-1AFACB493A93}"/>
              </a:ext>
            </a:extLst>
          </p:cNvPr>
          <p:cNvSpPr txBox="1"/>
          <p:nvPr/>
        </p:nvSpPr>
        <p:spPr>
          <a:xfrm>
            <a:off x="3049172" y="484769"/>
            <a:ext cx="6098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TCP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246406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A036D81-9985-65DE-5F42-45AC429B5876}"/>
              </a:ext>
            </a:extLst>
          </p:cNvPr>
          <p:cNvGrpSpPr/>
          <p:nvPr/>
        </p:nvGrpSpPr>
        <p:grpSpPr>
          <a:xfrm>
            <a:off x="3436464" y="1690688"/>
            <a:ext cx="5208576" cy="3556511"/>
            <a:chOff x="3436464" y="1690688"/>
            <a:chExt cx="5208576" cy="3556511"/>
          </a:xfrm>
        </p:grpSpPr>
        <p:sp>
          <p:nvSpPr>
            <p:cNvPr id="2" name="Rectangle 35">
              <a:extLst>
                <a:ext uri="{FF2B5EF4-FFF2-40B4-BE49-F238E27FC236}">
                  <a16:creationId xmlns:a16="http://schemas.microsoft.com/office/drawing/2014/main" id="{E1AE8008-2C18-BB2B-6592-1F3A4426EF06}"/>
                </a:ext>
              </a:extLst>
            </p:cNvPr>
            <p:cNvSpPr/>
            <p:nvPr/>
          </p:nvSpPr>
          <p:spPr>
            <a:xfrm>
              <a:off x="3437354" y="1690688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socket()</a:t>
              </a:r>
            </a:p>
          </p:txBody>
        </p:sp>
        <p:sp>
          <p:nvSpPr>
            <p:cNvPr id="3" name="Rectangle 36">
              <a:extLst>
                <a:ext uri="{FF2B5EF4-FFF2-40B4-BE49-F238E27FC236}">
                  <a16:creationId xmlns:a16="http://schemas.microsoft.com/office/drawing/2014/main" id="{2CCA1F68-FAE5-2D0F-1EA4-728BC7A841D1}"/>
                </a:ext>
              </a:extLst>
            </p:cNvPr>
            <p:cNvSpPr/>
            <p:nvPr/>
          </p:nvSpPr>
          <p:spPr>
            <a:xfrm>
              <a:off x="3437354" y="2354717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bind()</a:t>
              </a:r>
            </a:p>
          </p:txBody>
        </p:sp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90B4E85D-EB8B-D7B5-04A9-7ACEC26F1687}"/>
                </a:ext>
              </a:extLst>
            </p:cNvPr>
            <p:cNvSpPr/>
            <p:nvPr/>
          </p:nvSpPr>
          <p:spPr>
            <a:xfrm>
              <a:off x="3438245" y="3018746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recvfrom</a:t>
              </a:r>
              <a:r>
                <a:rPr lang="en-US" dirty="0"/>
                <a:t>()</a:t>
              </a:r>
            </a:p>
          </p:txBody>
        </p:sp>
        <p:sp>
          <p:nvSpPr>
            <p:cNvPr id="5" name="Rectangle 41">
              <a:extLst>
                <a:ext uri="{FF2B5EF4-FFF2-40B4-BE49-F238E27FC236}">
                  <a16:creationId xmlns:a16="http://schemas.microsoft.com/office/drawing/2014/main" id="{60819BFF-3EE5-9F22-7699-472C5ADAB29B}"/>
                </a:ext>
              </a:extLst>
            </p:cNvPr>
            <p:cNvSpPr/>
            <p:nvPr/>
          </p:nvSpPr>
          <p:spPr>
            <a:xfrm>
              <a:off x="7379763" y="2357526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socket()</a:t>
              </a:r>
            </a:p>
          </p:txBody>
        </p:sp>
        <p:sp>
          <p:nvSpPr>
            <p:cNvPr id="6" name="Rectangle 42">
              <a:extLst>
                <a:ext uri="{FF2B5EF4-FFF2-40B4-BE49-F238E27FC236}">
                  <a16:creationId xmlns:a16="http://schemas.microsoft.com/office/drawing/2014/main" id="{94E8239A-C182-F4A9-1C95-D929FBC72AAE}"/>
                </a:ext>
              </a:extLst>
            </p:cNvPr>
            <p:cNvSpPr/>
            <p:nvPr/>
          </p:nvSpPr>
          <p:spPr>
            <a:xfrm>
              <a:off x="7379762" y="3457543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sendto</a:t>
              </a:r>
              <a:r>
                <a:rPr lang="en-US" dirty="0"/>
                <a:t>()</a:t>
              </a:r>
            </a:p>
          </p:txBody>
        </p:sp>
        <p:cxnSp>
          <p:nvCxnSpPr>
            <p:cNvPr id="7" name="Straight Arrow Connector 45">
              <a:extLst>
                <a:ext uri="{FF2B5EF4-FFF2-40B4-BE49-F238E27FC236}">
                  <a16:creationId xmlns:a16="http://schemas.microsoft.com/office/drawing/2014/main" id="{F4862D7F-D545-79D8-6FCB-7D780B660811}"/>
                </a:ext>
              </a:extLst>
            </p:cNvPr>
            <p:cNvCxnSpPr>
              <a:stCxn id="2" idx="2"/>
              <a:endCxn id="3" idx="0"/>
            </p:cNvCxnSpPr>
            <p:nvPr/>
          </p:nvCxnSpPr>
          <p:spPr>
            <a:xfrm>
              <a:off x="4069919" y="2129099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46">
              <a:extLst>
                <a:ext uri="{FF2B5EF4-FFF2-40B4-BE49-F238E27FC236}">
                  <a16:creationId xmlns:a16="http://schemas.microsoft.com/office/drawing/2014/main" id="{715E1170-ADA4-DA97-8E94-34599AD799FC}"/>
                </a:ext>
              </a:extLst>
            </p:cNvPr>
            <p:cNvCxnSpPr/>
            <p:nvPr/>
          </p:nvCxnSpPr>
          <p:spPr>
            <a:xfrm>
              <a:off x="4069473" y="2793128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48">
              <a:extLst>
                <a:ext uri="{FF2B5EF4-FFF2-40B4-BE49-F238E27FC236}">
                  <a16:creationId xmlns:a16="http://schemas.microsoft.com/office/drawing/2014/main" id="{007243E2-9092-A47E-C5D3-4BDB237BBE26}"/>
                </a:ext>
              </a:extLst>
            </p:cNvPr>
            <p:cNvCxnSpPr>
              <a:cxnSpLocks/>
              <a:stCxn id="4" idx="2"/>
              <a:endCxn id="13" idx="0"/>
            </p:cNvCxnSpPr>
            <p:nvPr/>
          </p:nvCxnSpPr>
          <p:spPr>
            <a:xfrm flipH="1">
              <a:off x="4069029" y="3457157"/>
              <a:ext cx="1781" cy="11196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50">
              <a:extLst>
                <a:ext uri="{FF2B5EF4-FFF2-40B4-BE49-F238E27FC236}">
                  <a16:creationId xmlns:a16="http://schemas.microsoft.com/office/drawing/2014/main" id="{DD57F487-5246-A6E0-F329-8BD4F565F6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11435" y="2805477"/>
              <a:ext cx="891" cy="6704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57">
              <a:extLst>
                <a:ext uri="{FF2B5EF4-FFF2-40B4-BE49-F238E27FC236}">
                  <a16:creationId xmlns:a16="http://schemas.microsoft.com/office/drawing/2014/main" id="{44DFACD7-C920-6169-1715-8A0D969F6FE4}"/>
                </a:ext>
              </a:extLst>
            </p:cNvPr>
            <p:cNvCxnSpPr/>
            <p:nvPr/>
          </p:nvCxnSpPr>
          <p:spPr>
            <a:xfrm>
              <a:off x="7998766" y="3901980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58">
              <a:extLst>
                <a:ext uri="{FF2B5EF4-FFF2-40B4-BE49-F238E27FC236}">
                  <a16:creationId xmlns:a16="http://schemas.microsoft.com/office/drawing/2014/main" id="{18B57330-F1FA-55A8-BDF3-48EF1B5E9EB8}"/>
                </a:ext>
              </a:extLst>
            </p:cNvPr>
            <p:cNvSpPr/>
            <p:nvPr/>
          </p:nvSpPr>
          <p:spPr>
            <a:xfrm>
              <a:off x="7379911" y="4127598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recvfrom</a:t>
              </a:r>
              <a:r>
                <a:rPr lang="en-US" dirty="0"/>
                <a:t>()</a:t>
              </a:r>
            </a:p>
          </p:txBody>
        </p:sp>
        <p:sp>
          <p:nvSpPr>
            <p:cNvPr id="13" name="Rectangle 59">
              <a:extLst>
                <a:ext uri="{FF2B5EF4-FFF2-40B4-BE49-F238E27FC236}">
                  <a16:creationId xmlns:a16="http://schemas.microsoft.com/office/drawing/2014/main" id="{92B0E896-EA6D-993C-E0B0-843CACF033F2}"/>
                </a:ext>
              </a:extLst>
            </p:cNvPr>
            <p:cNvSpPr/>
            <p:nvPr/>
          </p:nvSpPr>
          <p:spPr>
            <a:xfrm>
              <a:off x="3436464" y="4576758"/>
              <a:ext cx="1265129" cy="4384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sendto</a:t>
              </a:r>
              <a:r>
                <a:rPr lang="en-US" dirty="0"/>
                <a:t>()</a:t>
              </a:r>
            </a:p>
          </p:txBody>
        </p:sp>
        <p:cxnSp>
          <p:nvCxnSpPr>
            <p:cNvPr id="14" name="Straight Arrow Connector 61">
              <a:extLst>
                <a:ext uri="{FF2B5EF4-FFF2-40B4-BE49-F238E27FC236}">
                  <a16:creationId xmlns:a16="http://schemas.microsoft.com/office/drawing/2014/main" id="{4D24631B-7665-9973-8655-F81E5E93D6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9028" y="3676748"/>
              <a:ext cx="33107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67">
              <a:extLst>
                <a:ext uri="{FF2B5EF4-FFF2-40B4-BE49-F238E27FC236}">
                  <a16:creationId xmlns:a16="http://schemas.microsoft.com/office/drawing/2014/main" id="{AABD4FBF-25EF-476A-A58B-B20C2D6C29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7875" y="4576758"/>
              <a:ext cx="891" cy="6704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68">
              <a:extLst>
                <a:ext uri="{FF2B5EF4-FFF2-40B4-BE49-F238E27FC236}">
                  <a16:creationId xmlns:a16="http://schemas.microsoft.com/office/drawing/2014/main" id="{3447B6AB-6B99-AF3C-CBE6-8A57363F6E14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701593" y="4795964"/>
              <a:ext cx="3296282" cy="6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72">
              <a:extLst>
                <a:ext uri="{FF2B5EF4-FFF2-40B4-BE49-F238E27FC236}">
                  <a16:creationId xmlns:a16="http://schemas.microsoft.com/office/drawing/2014/main" id="{F3103DD2-79EE-3FBF-6756-A45492152FDE}"/>
                </a:ext>
              </a:extLst>
            </p:cNvPr>
            <p:cNvCxnSpPr/>
            <p:nvPr/>
          </p:nvCxnSpPr>
          <p:spPr>
            <a:xfrm>
              <a:off x="4077685" y="5021581"/>
              <a:ext cx="0" cy="225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39E1325-3230-9EAA-3091-A777CD37AC70}"/>
              </a:ext>
            </a:extLst>
          </p:cNvPr>
          <p:cNvSpPr txBox="1"/>
          <p:nvPr/>
        </p:nvSpPr>
        <p:spPr>
          <a:xfrm>
            <a:off x="3049172" y="484769"/>
            <a:ext cx="6098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UDP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0711643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164</Words>
  <Application>Microsoft Office PowerPoint</Application>
  <PresentationFormat>Широкоэкранный</PresentationFormat>
  <Paragraphs>31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SBSansText</vt:lpstr>
      <vt:lpstr>Тема Office</vt:lpstr>
      <vt:lpstr>Сетевое программирование</vt:lpstr>
      <vt:lpstr>Что такое сеть ?</vt:lpstr>
      <vt:lpstr>Презентация PowerPoint</vt:lpstr>
      <vt:lpstr>ИНТЕРНЕТ</vt:lpstr>
      <vt:lpstr>Протоколы:</vt:lpstr>
      <vt:lpstr>Презентация PowerPoint</vt:lpstr>
      <vt:lpstr>Презентация PowerPoint</vt:lpstr>
      <vt:lpstr>Презентация PowerPoint</vt:lpstr>
      <vt:lpstr>IP address &amp; port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Что такое socket?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Сетевое программирование</dc:title>
  <dc:creator>Didar</dc:creator>
  <cp:lastModifiedBy>Didar</cp:lastModifiedBy>
  <cp:revision>1</cp:revision>
  <dcterms:created xsi:type="dcterms:W3CDTF">2025-11-08T19:59:33Z</dcterms:created>
  <dcterms:modified xsi:type="dcterms:W3CDTF">2025-11-08T20:49:38Z</dcterms:modified>
</cp:coreProperties>
</file>