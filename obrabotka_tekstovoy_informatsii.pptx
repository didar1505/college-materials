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51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925EC-05E3-4703-B19B-C1C7AC3F0946}" type="datetimeFigureOut">
              <a:rPr lang="ru-RU" smtClean="0"/>
              <a:t>29.10.2026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DA904-E82E-4EA2-A53B-3AE4B5B8F46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925EC-05E3-4703-B19B-C1C7AC3F0946}" type="datetimeFigureOut">
              <a:rPr lang="ru-RU" smtClean="0"/>
              <a:t>29.10.2026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DA904-E82E-4EA2-A53B-3AE4B5B8F46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925EC-05E3-4703-B19B-C1C7AC3F0946}" type="datetimeFigureOut">
              <a:rPr lang="ru-RU" smtClean="0"/>
              <a:t>29.10.2026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DA904-E82E-4EA2-A53B-3AE4B5B8F46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925EC-05E3-4703-B19B-C1C7AC3F0946}" type="datetimeFigureOut">
              <a:rPr lang="ru-RU" smtClean="0"/>
              <a:t>29.10.2026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DA904-E82E-4EA2-A53B-3AE4B5B8F46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925EC-05E3-4703-B19B-C1C7AC3F0946}" type="datetimeFigureOut">
              <a:rPr lang="ru-RU" smtClean="0"/>
              <a:t>29.10.2026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DA904-E82E-4EA2-A53B-3AE4B5B8F46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925EC-05E3-4703-B19B-C1C7AC3F0946}" type="datetimeFigureOut">
              <a:rPr lang="ru-RU" smtClean="0"/>
              <a:t>29.10.2026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DA904-E82E-4EA2-A53B-3AE4B5B8F46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925EC-05E3-4703-B19B-C1C7AC3F0946}" type="datetimeFigureOut">
              <a:rPr lang="ru-RU" smtClean="0"/>
              <a:t>29.10.2026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DA904-E82E-4EA2-A53B-3AE4B5B8F46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925EC-05E3-4703-B19B-C1C7AC3F0946}" type="datetimeFigureOut">
              <a:rPr lang="ru-RU" smtClean="0"/>
              <a:t>29.10.2026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DA904-E82E-4EA2-A53B-3AE4B5B8F460}" type="slidenum">
              <a:rPr lang="ru-RU" smtClean="0"/>
              <a:t>‹#›</a:t>
            </a:fld>
            <a:endParaRPr lang="ru-R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925EC-05E3-4703-B19B-C1C7AC3F0946}" type="datetimeFigureOut">
              <a:rPr lang="ru-RU" smtClean="0"/>
              <a:t>29.10.2026</a:t>
            </a:fld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1DA904-E82E-4EA2-A53B-3AE4B5B8F460}" type="slidenum">
              <a:rPr lang="ru-RU" smtClean="0"/>
              <a:t>‹#›</a:t>
            </a:fld>
            <a:endParaRPr lang="ru-R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925EC-05E3-4703-B19B-C1C7AC3F0946}" type="datetimeFigureOut">
              <a:rPr lang="ru-RU" smtClean="0"/>
              <a:t>29.10.2026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DA904-E82E-4EA2-A53B-3AE4B5B8F46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925EC-05E3-4703-B19B-C1C7AC3F0946}" type="datetimeFigureOut">
              <a:rPr lang="ru-RU" smtClean="0"/>
              <a:t>29.10.2026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1DA904-E82E-4EA2-A53B-3AE4B5B8F46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0E1DA904-E82E-4EA2-A53B-3AE4B5B8F460}" type="slidenum">
              <a:rPr lang="ru-RU" smtClean="0"/>
              <a:t>‹#›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1C3925EC-05E3-4703-B19B-C1C7AC3F0946}" type="datetimeFigureOut">
              <a:rPr lang="ru-RU" smtClean="0"/>
              <a:t>29.10.2026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testedu.ru/test/informatika/7-klass/tekstovyij-redaktor.html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67544" y="404664"/>
            <a:ext cx="7543800" cy="2593975"/>
          </a:xfrm>
        </p:spPr>
        <p:txBody>
          <a:bodyPr>
            <a:normAutofit fontScale="90000"/>
          </a:bodyPr>
          <a:lstStyle/>
          <a:p>
            <a:r>
              <a:rPr lang="ru-RU" sz="3100" b="1" dirty="0">
                <a:solidFill>
                  <a:schemeClr val="tx2"/>
                </a:solidFill>
              </a:rPr>
              <a:t>Презентация по информатике на тему </a:t>
            </a:r>
            <a:br>
              <a:rPr lang="ru-RU" b="1" dirty="0">
                <a:solidFill>
                  <a:schemeClr val="tx2"/>
                </a:solidFill>
              </a:rPr>
            </a:br>
            <a:r>
              <a:rPr lang="ru-RU" sz="4900" b="1" dirty="0">
                <a:solidFill>
                  <a:schemeClr val="tx2"/>
                </a:solidFill>
              </a:rPr>
              <a:t>«ОБРАБОТКА ТЕКСТОВОЙ ИНФОРМАЦИИ»</a:t>
            </a:r>
            <a:endParaRPr lang="ru-RU" sz="49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1560" y="3091407"/>
            <a:ext cx="3158383" cy="2368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017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solidFill>
                  <a:schemeClr val="tx2"/>
                </a:solidFill>
              </a:rPr>
              <a:t>ОБРАБОТКА ТЕКСТОВОЙ ИНФОРМАЦИИ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Текстовые редакторы - </a:t>
            </a:r>
            <a:r>
              <a:rPr lang="ru-RU" dirty="0"/>
              <a:t>программа, позволяющая создавать, редактировать, сохранять и выводить на печать документы.</a:t>
            </a:r>
          </a:p>
          <a:p>
            <a:endParaRPr lang="ru-RU" dirty="0"/>
          </a:p>
          <a:p>
            <a:r>
              <a:rPr lang="ru-RU" b="1" dirty="0"/>
              <a:t>Текстовый процессор - </a:t>
            </a:r>
            <a:r>
              <a:rPr lang="ru-RU" dirty="0"/>
              <a:t>мощный текстовый редактор, предназначенный для создания, просмотра, редактирования, форматирования, сохранения и печати текстовых документов, который может содержать объекты различной природы.</a:t>
            </a:r>
          </a:p>
        </p:txBody>
      </p:sp>
    </p:spTree>
    <p:extLst>
      <p:ext uri="{BB962C8B-B14F-4D97-AF65-F5344CB8AC3E}">
        <p14:creationId xmlns:p14="http://schemas.microsoft.com/office/powerpoint/2010/main" val="324390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документов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Мастера</a:t>
            </a:r>
            <a:r>
              <a:rPr lang="ru-RU" dirty="0"/>
              <a:t> (письма, резюме, факсы, календари)</a:t>
            </a:r>
          </a:p>
          <a:p>
            <a:endParaRPr lang="ru-RU" dirty="0"/>
          </a:p>
          <a:p>
            <a:endParaRPr lang="ru-RU" dirty="0"/>
          </a:p>
          <a:p>
            <a:r>
              <a:rPr lang="ru-RU" b="1" dirty="0"/>
              <a:t>Шаблоны</a:t>
            </a:r>
            <a:r>
              <a:rPr lang="ru-RU" dirty="0"/>
              <a:t> – пустые заготовки документов определенного назначения.</a:t>
            </a:r>
          </a:p>
          <a:p>
            <a:endParaRPr lang="ru-RU" dirty="0"/>
          </a:p>
          <a:p>
            <a:endParaRPr lang="ru-RU" dirty="0"/>
          </a:p>
          <a:p>
            <a:r>
              <a:rPr lang="ru-RU" b="1" dirty="0"/>
              <a:t>Пустой шаблон </a:t>
            </a:r>
            <a:r>
              <a:rPr lang="ru-RU" dirty="0"/>
              <a:t>– новый документ</a:t>
            </a:r>
          </a:p>
        </p:txBody>
      </p:sp>
    </p:spTree>
    <p:extLst>
      <p:ext uri="{BB962C8B-B14F-4D97-AF65-F5344CB8AC3E}">
        <p14:creationId xmlns:p14="http://schemas.microsoft.com/office/powerpoint/2010/main" val="1852764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100" b="1" dirty="0">
                <a:solidFill>
                  <a:schemeClr val="accent1"/>
                </a:solidFill>
              </a:rPr>
              <a:t>Выбор параметров страницы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Формат А4 (21*29,7)</a:t>
            </a:r>
          </a:p>
          <a:p>
            <a:r>
              <a:rPr lang="ru-RU" dirty="0"/>
              <a:t>Ориентация (книжная альбомная)</a:t>
            </a:r>
          </a:p>
          <a:p>
            <a:r>
              <a:rPr lang="ru-RU" dirty="0"/>
              <a:t>Колонтитулы и номера страниц</a:t>
            </a:r>
          </a:p>
        </p:txBody>
      </p:sp>
      <p:pic>
        <p:nvPicPr>
          <p:cNvPr id="1026" name="Picture 2" descr="https://i.ytimg.com/vi/mmP352gJ4JA/maxresdefault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7819" r="22513"/>
          <a:stretch/>
        </p:blipFill>
        <p:spPr bwMode="auto">
          <a:xfrm>
            <a:off x="683568" y="2996952"/>
            <a:ext cx="3263101" cy="3695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6348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100" b="1" dirty="0">
                <a:solidFill>
                  <a:schemeClr val="accent1"/>
                </a:solidFill>
              </a:rPr>
              <a:t>Ввод и редактирование документа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Текст  </a:t>
            </a:r>
            <a:r>
              <a:rPr lang="ru-RU" dirty="0"/>
              <a:t>- последовательность различных символов: прописных и строчных букв русского и латинского алфавитов, цифр, знаков препинания, математических символов и др.</a:t>
            </a:r>
          </a:p>
          <a:p>
            <a:r>
              <a:rPr lang="ru-RU" dirty="0"/>
              <a:t>Для представления текста используются 256 символов или 65536 символов (не все можно ввести с клавиатуры</a:t>
            </a:r>
          </a:p>
          <a:p>
            <a:r>
              <a:rPr lang="ru-RU" b="1" dirty="0"/>
              <a:t>Таблицы символов </a:t>
            </a:r>
            <a:r>
              <a:rPr lang="ru-RU" dirty="0"/>
              <a:t>(знаки математических операций, буквы греческого алфавита, денежные  знаки)</a:t>
            </a:r>
          </a:p>
        </p:txBody>
      </p:sp>
    </p:spTree>
    <p:extLst>
      <p:ext uri="{BB962C8B-B14F-4D97-AF65-F5344CB8AC3E}">
        <p14:creationId xmlns:p14="http://schemas.microsoft.com/office/powerpoint/2010/main" val="1199088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100" b="1" dirty="0">
                <a:solidFill>
                  <a:schemeClr val="accent1"/>
                </a:solidFill>
              </a:rPr>
              <a:t>Вставка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Изображения</a:t>
            </a:r>
          </a:p>
          <a:p>
            <a:r>
              <a:rPr lang="ru-RU" dirty="0"/>
              <a:t>Формулы</a:t>
            </a:r>
          </a:p>
          <a:p>
            <a:r>
              <a:rPr lang="ru-RU" dirty="0"/>
              <a:t>Таблицы</a:t>
            </a:r>
          </a:p>
          <a:p>
            <a:r>
              <a:rPr lang="ru-RU" dirty="0"/>
              <a:t>Диаграммы</a:t>
            </a:r>
          </a:p>
          <a:p>
            <a:r>
              <a:rPr lang="ru-RU" dirty="0"/>
              <a:t>Звуковые и видеофайлы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932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100" b="1" dirty="0">
                <a:solidFill>
                  <a:schemeClr val="accent1"/>
                </a:solidFill>
              </a:rPr>
              <a:t>Операции редактирования документа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Копирование, перемещение, удаление фрагментов документа</a:t>
            </a:r>
          </a:p>
          <a:p>
            <a:r>
              <a:rPr lang="ru-RU" dirty="0"/>
              <a:t>Поиск и замена (Найти и заменить)</a:t>
            </a:r>
          </a:p>
          <a:p>
            <a:r>
              <a:rPr lang="ru-RU" dirty="0"/>
              <a:t>Проверка правописания (Рецензирование \правописание)</a:t>
            </a:r>
          </a:p>
          <a:p>
            <a:r>
              <a:rPr lang="ru-RU" dirty="0" err="1"/>
              <a:t>Автозамена</a:t>
            </a:r>
            <a:r>
              <a:rPr lang="ru-RU" dirty="0"/>
              <a:t> частых опечаток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7684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Сохранение и печать документа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67544" y="1124744"/>
            <a:ext cx="8229600" cy="4525963"/>
          </a:xfrm>
        </p:spPr>
        <p:txBody>
          <a:bodyPr/>
          <a:lstStyle/>
          <a:p>
            <a:r>
              <a:rPr lang="ru-RU" dirty="0"/>
              <a:t>Выбрать диск и папку в файловой системе компьютера</a:t>
            </a:r>
          </a:p>
          <a:p>
            <a:r>
              <a:rPr lang="ru-RU" dirty="0"/>
              <a:t>Выбрать формат файла</a:t>
            </a:r>
          </a:p>
          <a:p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759110"/>
              </p:ext>
            </p:extLst>
          </p:nvPr>
        </p:nvGraphicFramePr>
        <p:xfrm>
          <a:off x="-4580" y="2420888"/>
          <a:ext cx="8465012" cy="44371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86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63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9052">
                <a:tc>
                  <a:txBody>
                    <a:bodyPr/>
                    <a:lstStyle/>
                    <a:p>
                      <a:r>
                        <a:rPr lang="ru-RU" dirty="0"/>
                        <a:t>Расширение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особенности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469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/>
                        <a:t>.</a:t>
                      </a:r>
                      <a:r>
                        <a:rPr lang="en-US" dirty="0"/>
                        <a:t> txt – </a:t>
                      </a:r>
                      <a:r>
                        <a:rPr lang="ru-RU" dirty="0"/>
                        <a:t>только текст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Можно открыть приложениями в различных ОС.</a:t>
                      </a:r>
                    </a:p>
                    <a:p>
                      <a:r>
                        <a:rPr lang="ru-RU" dirty="0"/>
                        <a:t>«+» небольшой информационный</a:t>
                      </a:r>
                      <a:r>
                        <a:rPr lang="ru-RU" baseline="0" dirty="0"/>
                        <a:t> объем файла.</a:t>
                      </a:r>
                    </a:p>
                    <a:p>
                      <a:r>
                        <a:rPr lang="ru-RU" baseline="0" dirty="0"/>
                        <a:t>«-» не сохраняется форматирование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3342">
                <a:tc>
                  <a:txBody>
                    <a:bodyPr/>
                    <a:lstStyle/>
                    <a:p>
                      <a:r>
                        <a:rPr lang="en-US" dirty="0"/>
                        <a:t>.rtf – </a:t>
                      </a:r>
                      <a:r>
                        <a:rPr lang="ru-RU" dirty="0"/>
                        <a:t>расширенный</a:t>
                      </a:r>
                      <a:r>
                        <a:rPr lang="ru-RU" baseline="0" dirty="0"/>
                        <a:t> текстовый формат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Сохраняет результаты форматирования</a:t>
                      </a:r>
                    </a:p>
                    <a:p>
                      <a:r>
                        <a:rPr lang="ru-RU" baseline="0" dirty="0"/>
                        <a:t>«-» </a:t>
                      </a:r>
                      <a:r>
                        <a:rPr lang="ru-RU" dirty="0"/>
                        <a:t>большой информационный</a:t>
                      </a:r>
                      <a:r>
                        <a:rPr lang="ru-RU" baseline="0" dirty="0"/>
                        <a:t> объем файла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3342">
                <a:tc>
                  <a:txBody>
                    <a:bodyPr/>
                    <a:lstStyle/>
                    <a:p>
                      <a:r>
                        <a:rPr lang="en-US" dirty="0"/>
                        <a:t>.doc</a:t>
                      </a:r>
                      <a:r>
                        <a:rPr lang="ru-RU" dirty="0"/>
                        <a:t> (</a:t>
                      </a:r>
                      <a:r>
                        <a:rPr lang="en-US" dirty="0" err="1"/>
                        <a:t>docx</a:t>
                      </a:r>
                      <a:r>
                        <a:rPr lang="en-US" dirty="0"/>
                        <a:t>)</a:t>
                      </a:r>
                      <a:r>
                        <a:rPr lang="en-US" baseline="0" dirty="0"/>
                        <a:t> – </a:t>
                      </a:r>
                      <a:r>
                        <a:rPr lang="ru-RU" baseline="0" dirty="0"/>
                        <a:t>формат Документ </a:t>
                      </a:r>
                      <a:r>
                        <a:rPr lang="en-US" baseline="0" dirty="0"/>
                        <a:t>Word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Оригинальный формат, понимается практически всеми текстовыми редакторами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3342">
                <a:tc>
                  <a:txBody>
                    <a:bodyPr/>
                    <a:lstStyle/>
                    <a:p>
                      <a:r>
                        <a:rPr lang="en-US" dirty="0"/>
                        <a:t>.</a:t>
                      </a:r>
                      <a:r>
                        <a:rPr lang="en-US" dirty="0" err="1"/>
                        <a:t>odt</a:t>
                      </a:r>
                      <a:r>
                        <a:rPr lang="en-US" dirty="0"/>
                        <a:t> –</a:t>
                      </a:r>
                      <a:r>
                        <a:rPr lang="ru-RU" dirty="0"/>
                        <a:t> </a:t>
                      </a:r>
                      <a:r>
                        <a:rPr lang="en-US" dirty="0"/>
                        <a:t>Open Document Format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Сохраняет форматирование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3342">
                <a:tc>
                  <a:txBody>
                    <a:bodyPr/>
                    <a:lstStyle/>
                    <a:p>
                      <a:r>
                        <a:rPr lang="en-US" dirty="0"/>
                        <a:t>.</a:t>
                      </a:r>
                      <a:r>
                        <a:rPr lang="en-US" dirty="0" err="1"/>
                        <a:t>htm</a:t>
                      </a:r>
                      <a:r>
                        <a:rPr lang="en-US" dirty="0"/>
                        <a:t> (html) – Web </a:t>
                      </a:r>
                      <a:r>
                        <a:rPr lang="ru-RU" dirty="0"/>
                        <a:t>страница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Сохраняет форматирование, небольшой информационный</a:t>
                      </a:r>
                      <a:r>
                        <a:rPr lang="ru-RU" baseline="0" dirty="0"/>
                        <a:t> объем, просматривать можно через браузер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447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0"/>
            <a:ext cx="8229600" cy="1143000"/>
          </a:xfrm>
        </p:spPr>
        <p:txBody>
          <a:bodyPr/>
          <a:lstStyle/>
          <a:p>
            <a:r>
              <a:rPr lang="ru-RU" dirty="0"/>
              <a:t>Печать документа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799060" y="1078610"/>
            <a:ext cx="4906887" cy="4525963"/>
          </a:xfrm>
        </p:spPr>
        <p:txBody>
          <a:bodyPr/>
          <a:lstStyle/>
          <a:p>
            <a:r>
              <a:rPr lang="ru-RU" dirty="0"/>
              <a:t>Полезно выполнить предварительный просмотр.</a:t>
            </a:r>
          </a:p>
          <a:p>
            <a:r>
              <a:rPr lang="ru-RU" dirty="0"/>
              <a:t>Установить параметры печати</a:t>
            </a:r>
          </a:p>
          <a:p>
            <a:r>
              <a:rPr lang="ru-RU" dirty="0"/>
              <a:t>Проверить установки принтера</a:t>
            </a:r>
          </a:p>
          <a:p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02" t="7765" r="58837" b="10913"/>
          <a:stretch/>
        </p:blipFill>
        <p:spPr bwMode="auto">
          <a:xfrm>
            <a:off x="539553" y="1084646"/>
            <a:ext cx="3240360" cy="55569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158501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100" b="1" dirty="0">
                <a:solidFill>
                  <a:schemeClr val="accent1"/>
                </a:solidFill>
              </a:rPr>
              <a:t>Тест «Текстовый редактор»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https://testedu.ru/test/informatika/7-klass/tekstovyij-redaktor.html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704035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>
                <a:solidFill>
                  <a:schemeClr val="accent1"/>
                </a:solidFill>
              </a:rPr>
              <a:t>Форматирование документа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b="1" dirty="0"/>
              <a:t>Форматирование текста </a:t>
            </a:r>
            <a:r>
              <a:rPr lang="ru-RU" dirty="0"/>
              <a:t>-  это его оформление по определенным правилам, изменяющим его внешний вид, но не содержание.</a:t>
            </a:r>
          </a:p>
          <a:p>
            <a:r>
              <a:rPr lang="ru-RU" dirty="0"/>
              <a:t>Символы основные объекты, из которых состоит текстовый документ. Устанавливаем основные параметры:  </a:t>
            </a:r>
            <a:r>
              <a:rPr lang="ru-RU" b="1" dirty="0"/>
              <a:t>шрифт, размер, начертание, цвет.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200" b="81746"/>
          <a:stretch/>
        </p:blipFill>
        <p:spPr bwMode="auto">
          <a:xfrm>
            <a:off x="4283968" y="5301208"/>
            <a:ext cx="4397829" cy="1335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914955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100" b="1" dirty="0">
                <a:solidFill>
                  <a:schemeClr val="accent1"/>
                </a:solidFill>
              </a:rPr>
              <a:t>Шрифт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525963"/>
          </a:xfrm>
        </p:spPr>
        <p:txBody>
          <a:bodyPr/>
          <a:lstStyle/>
          <a:p>
            <a:r>
              <a:rPr lang="ru-RU" b="1" dirty="0"/>
              <a:t>Шрифт</a:t>
            </a:r>
            <a:r>
              <a:rPr lang="ru-RU" dirty="0"/>
              <a:t> - полный набор символов (букв, цифр,  знаков пунктуации, математических знаков, специальных символов) определенного рисунка.</a:t>
            </a:r>
          </a:p>
          <a:p>
            <a:r>
              <a:rPr lang="ru-RU" b="1" dirty="0"/>
              <a:t>По способу представления</a:t>
            </a:r>
            <a:r>
              <a:rPr lang="ru-RU" dirty="0"/>
              <a:t>: растровые и векторные</a:t>
            </a:r>
          </a:p>
          <a:p>
            <a:r>
              <a:rPr lang="ru-RU" dirty="0" err="1"/>
              <a:t>Моноширинные</a:t>
            </a:r>
            <a:endParaRPr lang="ru-RU" dirty="0"/>
          </a:p>
          <a:p>
            <a:r>
              <a:rPr lang="ru-RU" dirty="0"/>
              <a:t>Шрифты с засечками и рубленные</a:t>
            </a:r>
          </a:p>
        </p:txBody>
      </p:sp>
    </p:spTree>
    <p:extLst>
      <p:ext uri="{BB962C8B-B14F-4D97-AF65-F5344CB8AC3E}">
        <p14:creationId xmlns:p14="http://schemas.microsoft.com/office/powerpoint/2010/main" val="27044305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100" b="1" dirty="0">
                <a:solidFill>
                  <a:schemeClr val="accent1"/>
                </a:solidFill>
              </a:rPr>
              <a:t>Размер шрифта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/>
          </a:bodyPr>
          <a:lstStyle/>
          <a:p>
            <a:r>
              <a:rPr lang="ru-RU" dirty="0"/>
              <a:t>1 пункт (</a:t>
            </a:r>
            <a:r>
              <a:rPr lang="ru-RU" dirty="0" err="1"/>
              <a:t>пт</a:t>
            </a:r>
            <a:r>
              <a:rPr lang="ru-RU" dirty="0"/>
              <a:t>) = 0,376 мм</a:t>
            </a:r>
          </a:p>
          <a:p>
            <a:r>
              <a:rPr lang="ru-RU" dirty="0"/>
              <a:t>От 1 до 1638 пунктов</a:t>
            </a:r>
          </a:p>
          <a:p>
            <a:endParaRPr lang="ru-RU" dirty="0"/>
          </a:p>
          <a:p>
            <a:r>
              <a:rPr lang="ru-RU" dirty="0"/>
              <a:t>Обычное</a:t>
            </a:r>
          </a:p>
          <a:p>
            <a:r>
              <a:rPr lang="ru-RU" b="1" dirty="0"/>
              <a:t>Полужирное</a:t>
            </a:r>
          </a:p>
          <a:p>
            <a:r>
              <a:rPr lang="ru-RU" i="1" dirty="0"/>
              <a:t>Курсивное</a:t>
            </a:r>
          </a:p>
          <a:p>
            <a:r>
              <a:rPr lang="ru-RU" b="1" i="1" dirty="0"/>
              <a:t>Полужирное курсивное</a:t>
            </a:r>
          </a:p>
          <a:p>
            <a:pPr marL="0" indent="0">
              <a:buNone/>
            </a:pPr>
            <a:r>
              <a:rPr lang="ru-RU" b="1" dirty="0">
                <a:solidFill>
                  <a:schemeClr val="accent1"/>
                </a:solidFill>
              </a:rPr>
              <a:t>Дополнительные параметры символов</a:t>
            </a:r>
          </a:p>
          <a:p>
            <a:r>
              <a:rPr lang="ru-RU" u="sng" dirty="0" err="1"/>
              <a:t>Подчеркивани</a:t>
            </a:r>
            <a:r>
              <a:rPr lang="ru-RU" u="sng" dirty="0"/>
              <a:t> </a:t>
            </a:r>
            <a:r>
              <a:rPr lang="ru-RU" u="sng" strike="sngStrike" dirty="0"/>
              <a:t>символов</a:t>
            </a:r>
          </a:p>
          <a:p>
            <a:r>
              <a:rPr lang="ru-RU" dirty="0"/>
              <a:t>2</a:t>
            </a:r>
            <a:r>
              <a:rPr lang="ru-RU" baseline="30000" dirty="0"/>
              <a:t>2</a:t>
            </a:r>
            <a:r>
              <a:rPr lang="ru-RU" dirty="0"/>
              <a:t>  Н</a:t>
            </a:r>
            <a:r>
              <a:rPr lang="ru-RU" baseline="-25000" dirty="0"/>
              <a:t>2</a:t>
            </a:r>
            <a:r>
              <a:rPr lang="ru-RU" dirty="0"/>
              <a:t>О</a:t>
            </a:r>
          </a:p>
          <a:p>
            <a:r>
              <a:rPr lang="ru-RU" spc="600" baseline="30000" dirty="0"/>
              <a:t>Разреженный</a:t>
            </a:r>
          </a:p>
          <a:p>
            <a:endParaRPr lang="ru-RU" u="sng" dirty="0"/>
          </a:p>
        </p:txBody>
      </p:sp>
      <p:sp>
        <p:nvSpPr>
          <p:cNvPr id="4" name="Заголовок 1"/>
          <p:cNvSpPr txBox="1">
            <a:spLocks/>
          </p:cNvSpPr>
          <p:nvPr/>
        </p:nvSpPr>
        <p:spPr>
          <a:xfrm>
            <a:off x="609600" y="242982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chemeClr val="accent1"/>
                </a:solidFill>
              </a:rPr>
              <a:t>Начертание</a:t>
            </a:r>
          </a:p>
        </p:txBody>
      </p:sp>
    </p:spTree>
    <p:extLst>
      <p:ext uri="{BB962C8B-B14F-4D97-AF65-F5344CB8AC3E}">
        <p14:creationId xmlns:p14="http://schemas.microsoft.com/office/powerpoint/2010/main" val="18503878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100" b="1" dirty="0">
                <a:solidFill>
                  <a:schemeClr val="accent1"/>
                </a:solidFill>
              </a:rPr>
              <a:t>Форматирование абзацев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Абзац выделяет в текстовом документе  часть текста, представляющую законченный по смыслу фрагмент документа, окончание которого служит естественной паузой для перехода к новой мысли.</a:t>
            </a:r>
          </a:p>
          <a:p>
            <a:r>
              <a:rPr lang="en-US" b="1" dirty="0"/>
              <a:t>{Enter} </a:t>
            </a:r>
            <a:r>
              <a:rPr lang="ru-RU" b="1" dirty="0"/>
              <a:t> </a:t>
            </a:r>
            <a:r>
              <a:rPr lang="ru-RU" dirty="0"/>
              <a:t>- Непечатаемый символ </a:t>
            </a:r>
            <a:r>
              <a:rPr lang="el-GR" b="1" dirty="0"/>
              <a:t>π</a:t>
            </a:r>
            <a:endParaRPr lang="ru-RU" b="1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66" t="5682" r="49578" b="81944"/>
          <a:stretch/>
        </p:blipFill>
        <p:spPr bwMode="auto">
          <a:xfrm>
            <a:off x="1043608" y="4869160"/>
            <a:ext cx="4036644" cy="1656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10953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3684850" cy="4525963"/>
          </a:xfrm>
        </p:spPr>
        <p:txBody>
          <a:bodyPr>
            <a:normAutofit/>
          </a:bodyPr>
          <a:lstStyle/>
          <a:p>
            <a:r>
              <a:rPr lang="ru-RU" dirty="0"/>
              <a:t>Выравнивание абзацев (по левому краю, по центру, по правому краю, по ширине)</a:t>
            </a:r>
          </a:p>
          <a:p>
            <a:r>
              <a:rPr lang="ru-RU" dirty="0"/>
              <a:t>Отступ первой строки (красная строка) (Положительная (отступ), Отрицательная  (выступ), Нулевой</a:t>
            </a:r>
          </a:p>
          <a:p>
            <a:r>
              <a:rPr lang="ru-RU" dirty="0"/>
              <a:t>Межстрочный интервал (одинарный, двойной)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66" t="5682" r="49578" b="81944"/>
          <a:stretch/>
        </p:blipFill>
        <p:spPr bwMode="auto">
          <a:xfrm>
            <a:off x="319332" y="0"/>
            <a:ext cx="4036644" cy="1656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05" t="13690" r="22583" b="14285"/>
          <a:stretch/>
        </p:blipFill>
        <p:spPr bwMode="auto">
          <a:xfrm>
            <a:off x="4355976" y="116632"/>
            <a:ext cx="4412344" cy="5268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417640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" indent="0">
              <a:spcBef>
                <a:spcPct val="0"/>
              </a:spcBef>
              <a:buNone/>
            </a:pPr>
            <a:r>
              <a:rPr lang="ru-RU" sz="4100" b="1" spc="-1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2088015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Соседство">
  <a:themeElements>
    <a:clrScheme name="Воздушный поток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Стандартная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оседство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19</TotalTime>
  <Words>516</Words>
  <Application>Microsoft Office PowerPoint</Application>
  <PresentationFormat>Экран (4:3)</PresentationFormat>
  <Paragraphs>84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Соседство</vt:lpstr>
      <vt:lpstr>Презентация по информатике на тему  «ОБРАБОТКА ТЕКСТОВОЙ ИНФОРМАЦИИ»</vt:lpstr>
      <vt:lpstr>ОБРАБОТКА ТЕКСТОВОЙ ИНФОРМАЦИИ</vt:lpstr>
      <vt:lpstr>Создание документов</vt:lpstr>
      <vt:lpstr>Выбор параметров страницы</vt:lpstr>
      <vt:lpstr>Ввод и редактирование документа</vt:lpstr>
      <vt:lpstr>Вставка</vt:lpstr>
      <vt:lpstr>Операции редактирования документа</vt:lpstr>
      <vt:lpstr>Сохранение и печать документа</vt:lpstr>
      <vt:lpstr>Печать документа</vt:lpstr>
      <vt:lpstr>Тест «Текстовый редактор»</vt:lpstr>
      <vt:lpstr>Форматирование документа</vt:lpstr>
      <vt:lpstr>Шрифт</vt:lpstr>
      <vt:lpstr>Размер шрифта</vt:lpstr>
      <vt:lpstr>Форматирование абзацев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по информатике на тему  «ОБРАБОТКА ТЕКСТОВОЙ ИНФОРМАЦИИ»</dc:title>
  <dc:creator>User</dc:creator>
  <cp:lastModifiedBy>Didar</cp:lastModifiedBy>
  <cp:revision>4</cp:revision>
  <dcterms:created xsi:type="dcterms:W3CDTF">2019-10-03T20:57:31Z</dcterms:created>
  <dcterms:modified xsi:type="dcterms:W3CDTF">2026-10-28T22:52:43Z</dcterms:modified>
</cp:coreProperties>
</file>